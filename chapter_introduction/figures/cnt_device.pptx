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5040313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5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7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024" y="1060529"/>
            <a:ext cx="4284266" cy="2256061"/>
          </a:xfrm>
        </p:spPr>
        <p:txBody>
          <a:bodyPr anchor="b"/>
          <a:lstStyle>
            <a:lvl1pPr algn="ctr">
              <a:defRPr sz="330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0039" y="3403592"/>
            <a:ext cx="3780235" cy="1564542"/>
          </a:xfrm>
        </p:spPr>
        <p:txBody>
          <a:bodyPr/>
          <a:lstStyle>
            <a:lvl1pPr marL="0" indent="0" algn="ctr">
              <a:buNone/>
              <a:defRPr sz="1323"/>
            </a:lvl1pPr>
            <a:lvl2pPr marL="252009" indent="0" algn="ctr">
              <a:buNone/>
              <a:defRPr sz="1102"/>
            </a:lvl2pPr>
            <a:lvl3pPr marL="504017" indent="0" algn="ctr">
              <a:buNone/>
              <a:defRPr sz="992"/>
            </a:lvl3pPr>
            <a:lvl4pPr marL="756026" indent="0" algn="ctr">
              <a:buNone/>
              <a:defRPr sz="882"/>
            </a:lvl4pPr>
            <a:lvl5pPr marL="1008035" indent="0" algn="ctr">
              <a:buNone/>
              <a:defRPr sz="882"/>
            </a:lvl5pPr>
            <a:lvl6pPr marL="1260043" indent="0" algn="ctr">
              <a:buNone/>
              <a:defRPr sz="882"/>
            </a:lvl6pPr>
            <a:lvl7pPr marL="1512052" indent="0" algn="ctr">
              <a:buNone/>
              <a:defRPr sz="882"/>
            </a:lvl7pPr>
            <a:lvl8pPr marL="1764060" indent="0" algn="ctr">
              <a:buNone/>
              <a:defRPr sz="882"/>
            </a:lvl8pPr>
            <a:lvl9pPr marL="2016069" indent="0" algn="ctr">
              <a:buNone/>
              <a:defRPr sz="882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779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20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97" y="1615546"/>
            <a:ext cx="4347270" cy="2695572"/>
          </a:xfrm>
        </p:spPr>
        <p:txBody>
          <a:bodyPr anchor="b"/>
          <a:lstStyle>
            <a:lvl1pPr>
              <a:defRPr sz="330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897" y="4336619"/>
            <a:ext cx="4347270" cy="1417538"/>
          </a:xfrm>
        </p:spPr>
        <p:txBody>
          <a:bodyPr/>
          <a:lstStyle>
            <a:lvl1pPr marL="0" indent="0">
              <a:buNone/>
              <a:defRPr sz="1323">
                <a:solidFill>
                  <a:schemeClr val="tx1"/>
                </a:solidFill>
              </a:defRPr>
            </a:lvl1pPr>
            <a:lvl2pPr marL="252009" indent="0">
              <a:buNone/>
              <a:defRPr sz="1102">
                <a:solidFill>
                  <a:schemeClr val="tx1">
                    <a:tint val="75000"/>
                  </a:schemeClr>
                </a:solidFill>
              </a:defRPr>
            </a:lvl2pPr>
            <a:lvl3pPr marL="504017" indent="0">
              <a:buNone/>
              <a:defRPr sz="992">
                <a:solidFill>
                  <a:schemeClr val="tx1">
                    <a:tint val="75000"/>
                  </a:schemeClr>
                </a:solidFill>
              </a:defRPr>
            </a:lvl3pPr>
            <a:lvl4pPr marL="756026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4pPr>
            <a:lvl5pPr marL="1008035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5pPr>
            <a:lvl6pPr marL="1260043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6pPr>
            <a:lvl7pPr marL="1512052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7pPr>
            <a:lvl8pPr marL="1764060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8pPr>
            <a:lvl9pPr marL="2016069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276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6522" y="1725046"/>
            <a:ext cx="2142133" cy="411161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51658" y="1725046"/>
            <a:ext cx="2142133" cy="411161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34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345011"/>
            <a:ext cx="4347270" cy="125253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179" y="1588543"/>
            <a:ext cx="2132288" cy="778521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79" y="2367064"/>
            <a:ext cx="2132288" cy="348159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51658" y="1588543"/>
            <a:ext cx="2142790" cy="778521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51658" y="2367064"/>
            <a:ext cx="2142790" cy="348159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414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83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775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432012"/>
            <a:ext cx="1625632" cy="1512041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42790" y="933027"/>
            <a:ext cx="2551658" cy="4605124"/>
          </a:xfrm>
        </p:spPr>
        <p:txBody>
          <a:bodyPr/>
          <a:lstStyle>
            <a:lvl1pPr>
              <a:defRPr sz="1764"/>
            </a:lvl1pPr>
            <a:lvl2pPr>
              <a:defRPr sz="1543"/>
            </a:lvl2pPr>
            <a:lvl3pPr>
              <a:defRPr sz="1323"/>
            </a:lvl3pPr>
            <a:lvl4pPr>
              <a:defRPr sz="1102"/>
            </a:lvl4pPr>
            <a:lvl5pPr>
              <a:defRPr sz="1102"/>
            </a:lvl5pPr>
            <a:lvl6pPr>
              <a:defRPr sz="1102"/>
            </a:lvl6pPr>
            <a:lvl7pPr>
              <a:defRPr sz="1102"/>
            </a:lvl7pPr>
            <a:lvl8pPr>
              <a:defRPr sz="1102"/>
            </a:lvl8pPr>
            <a:lvl9pPr>
              <a:defRPr sz="1102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1944052"/>
            <a:ext cx="1625632" cy="3601598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867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432012"/>
            <a:ext cx="1625632" cy="1512041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42790" y="933027"/>
            <a:ext cx="2551658" cy="4605124"/>
          </a:xfrm>
        </p:spPr>
        <p:txBody>
          <a:bodyPr anchor="t"/>
          <a:lstStyle>
            <a:lvl1pPr marL="0" indent="0">
              <a:buNone/>
              <a:defRPr sz="1764"/>
            </a:lvl1pPr>
            <a:lvl2pPr marL="252009" indent="0">
              <a:buNone/>
              <a:defRPr sz="1543"/>
            </a:lvl2pPr>
            <a:lvl3pPr marL="504017" indent="0">
              <a:buNone/>
              <a:defRPr sz="1323"/>
            </a:lvl3pPr>
            <a:lvl4pPr marL="756026" indent="0">
              <a:buNone/>
              <a:defRPr sz="1102"/>
            </a:lvl4pPr>
            <a:lvl5pPr marL="1008035" indent="0">
              <a:buNone/>
              <a:defRPr sz="1102"/>
            </a:lvl5pPr>
            <a:lvl6pPr marL="1260043" indent="0">
              <a:buNone/>
              <a:defRPr sz="1102"/>
            </a:lvl6pPr>
            <a:lvl7pPr marL="1512052" indent="0">
              <a:buNone/>
              <a:defRPr sz="1102"/>
            </a:lvl7pPr>
            <a:lvl8pPr marL="1764060" indent="0">
              <a:buNone/>
              <a:defRPr sz="1102"/>
            </a:lvl8pPr>
            <a:lvl9pPr marL="2016069" indent="0">
              <a:buNone/>
              <a:defRPr sz="1102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1944052"/>
            <a:ext cx="1625632" cy="3601598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002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5954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06975" y="345009"/>
            <a:ext cx="1086817" cy="549164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6522" y="345009"/>
            <a:ext cx="3197449" cy="549164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9151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6522" y="345011"/>
            <a:ext cx="4347270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522" y="1725046"/>
            <a:ext cx="4347270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6522" y="6006164"/>
            <a:ext cx="113407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6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FB575-D6AB-47CF-9E00-E51589758BC6}" type="datetimeFigureOut">
              <a:rPr lang="en-GB" smtClean="0"/>
              <a:t>17/03/2022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9604" y="6006164"/>
            <a:ext cx="170110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6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9721" y="6006164"/>
            <a:ext cx="113407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6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8A951A-223B-4CED-AB5E-3E3AD0DBC64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25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04017" rtl="0" eaLnBrk="1" latinLnBrk="0" hangingPunct="1">
        <a:lnSpc>
          <a:spcPct val="90000"/>
        </a:lnSpc>
        <a:spcBef>
          <a:spcPct val="0"/>
        </a:spcBef>
        <a:buNone/>
        <a:defRPr sz="24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6004" indent="-126004" algn="l" defTabSz="504017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1pPr>
      <a:lvl2pPr marL="37801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30022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102" kern="1200">
          <a:solidFill>
            <a:schemeClr val="tx1"/>
          </a:solidFill>
          <a:latin typeface="+mn-lt"/>
          <a:ea typeface="+mn-ea"/>
          <a:cs typeface="+mn-cs"/>
        </a:defRPr>
      </a:lvl3pPr>
      <a:lvl4pPr marL="882030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134039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386048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638056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890065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14207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5200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2pPr>
      <a:lvl3pPr marL="504017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3pPr>
      <a:lvl4pPr marL="756026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008035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260043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512052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76406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01606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gif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170691" y="250747"/>
            <a:ext cx="4661324" cy="5322887"/>
            <a:chOff x="-169294" y="331773"/>
            <a:chExt cx="7026542" cy="8023782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17988" y="2484420"/>
              <a:ext cx="2602365" cy="1927227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8874" y="2689752"/>
              <a:ext cx="2114890" cy="1013618"/>
            </a:xfrm>
            <a:prstGeom prst="rect">
              <a:avLst/>
            </a:prstGeom>
          </p:spPr>
        </p:pic>
        <p:grpSp>
          <p:nvGrpSpPr>
            <p:cNvPr id="8" name="Group 7"/>
            <p:cNvGrpSpPr/>
            <p:nvPr/>
          </p:nvGrpSpPr>
          <p:grpSpPr>
            <a:xfrm>
              <a:off x="50384" y="4483089"/>
              <a:ext cx="2673523" cy="1109866"/>
              <a:chOff x="8348257" y="1485049"/>
              <a:chExt cx="3284297" cy="1467834"/>
            </a:xfrm>
          </p:grpSpPr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522824" y="1599319"/>
                <a:ext cx="3109730" cy="1353564"/>
              </a:xfrm>
              <a:prstGeom prst="rect">
                <a:avLst/>
              </a:prstGeom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8348257" y="1485049"/>
                <a:ext cx="349134" cy="3491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3"/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34995" y="711081"/>
              <a:ext cx="2282649" cy="1605847"/>
              <a:chOff x="686712" y="1517950"/>
              <a:chExt cx="2293013" cy="1736679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686712" y="1585968"/>
                <a:ext cx="2293013" cy="1668661"/>
                <a:chOff x="762397" y="1692517"/>
                <a:chExt cx="2293013" cy="1668661"/>
              </a:xfrm>
            </p:grpSpPr>
            <p:pic>
              <p:nvPicPr>
                <p:cNvPr id="12" name="Picture 2" descr="Figure"/>
                <p:cNvPicPr>
                  <a:picLocks noChangeAspect="1" noChangeArrowheads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63694"/>
                <a:stretch/>
              </p:blipFill>
              <p:spPr bwMode="auto">
                <a:xfrm>
                  <a:off x="936964" y="1692517"/>
                  <a:ext cx="2118446" cy="127233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3" name="Rectangle 12"/>
                <p:cNvSpPr/>
                <p:nvPr/>
              </p:nvSpPr>
              <p:spPr>
                <a:xfrm>
                  <a:off x="762397" y="3012044"/>
                  <a:ext cx="349134" cy="34913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113" u="sng"/>
                </a:p>
              </p:txBody>
            </p:sp>
          </p:grpSp>
          <p:sp>
            <p:nvSpPr>
              <p:cNvPr id="11" name="Rectangle 10"/>
              <p:cNvSpPr/>
              <p:nvPr/>
            </p:nvSpPr>
            <p:spPr>
              <a:xfrm>
                <a:off x="720360" y="1517950"/>
                <a:ext cx="349134" cy="3491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3" u="sng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-163168" y="331773"/>
              <a:ext cx="643243" cy="62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113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a)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-169288" y="2307360"/>
              <a:ext cx="664989" cy="62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113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-156378" y="4215672"/>
              <a:ext cx="619080" cy="62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113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c)</a:t>
              </a:r>
            </a:p>
          </p:txBody>
        </p:sp>
        <p:grpSp>
          <p:nvGrpSpPr>
            <p:cNvPr id="23" name="Group 22"/>
            <p:cNvGrpSpPr/>
            <p:nvPr/>
          </p:nvGrpSpPr>
          <p:grpSpPr>
            <a:xfrm>
              <a:off x="3601867" y="331773"/>
              <a:ext cx="2370218" cy="2520740"/>
              <a:chOff x="762397" y="2973941"/>
              <a:chExt cx="2380979" cy="2726110"/>
            </a:xfrm>
          </p:grpSpPr>
          <p:pic>
            <p:nvPicPr>
              <p:cNvPr id="25" name="Picture 2" descr="Figure"/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" t="36565" r="-4152" b="-14354"/>
              <a:stretch/>
            </p:blipFill>
            <p:spPr bwMode="auto">
              <a:xfrm>
                <a:off x="936964" y="2973941"/>
                <a:ext cx="2206412" cy="27261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6" name="Rectangle 25"/>
              <p:cNvSpPr/>
              <p:nvPr/>
            </p:nvSpPr>
            <p:spPr>
              <a:xfrm>
                <a:off x="762397" y="3012044"/>
                <a:ext cx="349134" cy="3491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3" u="sng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2670714" y="4469328"/>
              <a:ext cx="2306202" cy="1644675"/>
              <a:chOff x="8553637" y="3094023"/>
              <a:chExt cx="2873537" cy="2206212"/>
            </a:xfrm>
          </p:grpSpPr>
          <p:pic>
            <p:nvPicPr>
              <p:cNvPr id="16" name="Picture 15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728204" y="3094023"/>
                <a:ext cx="2698970" cy="2206212"/>
              </a:xfrm>
              <a:prstGeom prst="rect">
                <a:avLst/>
              </a:prstGeom>
            </p:spPr>
          </p:pic>
          <p:sp>
            <p:nvSpPr>
              <p:cNvPr id="17" name="Rectangle 16"/>
              <p:cNvSpPr/>
              <p:nvPr/>
            </p:nvSpPr>
            <p:spPr>
              <a:xfrm>
                <a:off x="8553637" y="3094023"/>
                <a:ext cx="349134" cy="3491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3" u="sng"/>
              </a:p>
            </p:txBody>
          </p:sp>
        </p:grpSp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54834" y="4483089"/>
              <a:ext cx="1921907" cy="1630914"/>
            </a:xfrm>
            <a:prstGeom prst="rect">
              <a:avLst/>
            </a:prstGeom>
          </p:spPr>
        </p:pic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28025" y="6295135"/>
              <a:ext cx="2296589" cy="1903909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-169294" y="6014199"/>
              <a:ext cx="664989" cy="629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113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d)</a:t>
              </a:r>
              <a:endParaRPr lang="en-GB" sz="211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854834" y="4483089"/>
              <a:ext cx="122082" cy="2312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2791022" y="6252699"/>
              <a:ext cx="4066226" cy="2102856"/>
              <a:chOff x="2791022" y="6252699"/>
              <a:chExt cx="4066226" cy="2102856"/>
            </a:xfrm>
          </p:grpSpPr>
          <p:pic>
            <p:nvPicPr>
              <p:cNvPr id="32" name="Picture 31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1022" y="6295135"/>
                <a:ext cx="2028148" cy="2060420"/>
              </a:xfrm>
              <a:prstGeom prst="rect">
                <a:avLst/>
              </a:prstGeom>
            </p:spPr>
          </p:pic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819170" y="6295135"/>
                <a:ext cx="2038078" cy="2060420"/>
              </a:xfrm>
              <a:prstGeom prst="rect">
                <a:avLst/>
              </a:prstGeom>
            </p:spPr>
          </p:pic>
          <p:sp>
            <p:nvSpPr>
              <p:cNvPr id="35" name="Rectangle 34"/>
              <p:cNvSpPr/>
              <p:nvPr/>
            </p:nvSpPr>
            <p:spPr>
              <a:xfrm>
                <a:off x="2851776" y="6252699"/>
                <a:ext cx="122082" cy="23123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4825197" y="6295135"/>
                <a:ext cx="122082" cy="23123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16859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8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CMU Serif</vt:lpstr>
      <vt:lpstr>Office Theme</vt:lpstr>
      <vt:lpstr>PowerPoint Presentation</vt:lpstr>
    </vt:vector>
  </TitlesOfParts>
  <Company>Department of Materials, University of Oxford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Alessandro Lodi</dc:creator>
  <cp:lastModifiedBy>Alessandro Lodi</cp:lastModifiedBy>
  <cp:revision>7</cp:revision>
  <dcterms:created xsi:type="dcterms:W3CDTF">2022-03-17T15:26:27Z</dcterms:created>
  <dcterms:modified xsi:type="dcterms:W3CDTF">2022-03-17T16:16:53Z</dcterms:modified>
</cp:coreProperties>
</file>