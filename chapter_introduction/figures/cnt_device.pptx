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7" r:id="rId2"/>
    <p:sldId id="258" r:id="rId3"/>
    <p:sldId id="256" r:id="rId4"/>
  </p:sldIdLst>
  <p:sldSz cx="5040313" cy="64801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453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305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8024" y="1060529"/>
            <a:ext cx="4284266" cy="2256061"/>
          </a:xfrm>
        </p:spPr>
        <p:txBody>
          <a:bodyPr anchor="b"/>
          <a:lstStyle>
            <a:lvl1pPr algn="ctr">
              <a:defRPr sz="330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30039" y="3403592"/>
            <a:ext cx="3780235" cy="1564542"/>
          </a:xfrm>
        </p:spPr>
        <p:txBody>
          <a:bodyPr/>
          <a:lstStyle>
            <a:lvl1pPr marL="0" indent="0" algn="ctr">
              <a:buNone/>
              <a:defRPr sz="1323"/>
            </a:lvl1pPr>
            <a:lvl2pPr marL="252009" indent="0" algn="ctr">
              <a:buNone/>
              <a:defRPr sz="1102"/>
            </a:lvl2pPr>
            <a:lvl3pPr marL="504017" indent="0" algn="ctr">
              <a:buNone/>
              <a:defRPr sz="992"/>
            </a:lvl3pPr>
            <a:lvl4pPr marL="756026" indent="0" algn="ctr">
              <a:buNone/>
              <a:defRPr sz="882"/>
            </a:lvl4pPr>
            <a:lvl5pPr marL="1008035" indent="0" algn="ctr">
              <a:buNone/>
              <a:defRPr sz="882"/>
            </a:lvl5pPr>
            <a:lvl6pPr marL="1260043" indent="0" algn="ctr">
              <a:buNone/>
              <a:defRPr sz="882"/>
            </a:lvl6pPr>
            <a:lvl7pPr marL="1512052" indent="0" algn="ctr">
              <a:buNone/>
              <a:defRPr sz="882"/>
            </a:lvl7pPr>
            <a:lvl8pPr marL="1764060" indent="0" algn="ctr">
              <a:buNone/>
              <a:defRPr sz="882"/>
            </a:lvl8pPr>
            <a:lvl9pPr marL="2016069" indent="0" algn="ctr">
              <a:buNone/>
              <a:defRPr sz="882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FB575-D6AB-47CF-9E00-E51589758BC6}" type="datetimeFigureOut">
              <a:rPr lang="en-GB" smtClean="0"/>
              <a:t>07/04/2022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A951A-223B-4CED-AB5E-3E3AD0DBC6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77900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FB575-D6AB-47CF-9E00-E51589758BC6}" type="datetimeFigureOut">
              <a:rPr lang="en-GB" smtClean="0"/>
              <a:t>07/04/2022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A951A-223B-4CED-AB5E-3E3AD0DBC6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1204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3897" y="1615546"/>
            <a:ext cx="4347270" cy="2695572"/>
          </a:xfrm>
        </p:spPr>
        <p:txBody>
          <a:bodyPr anchor="b"/>
          <a:lstStyle>
            <a:lvl1pPr>
              <a:defRPr sz="330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3897" y="4336619"/>
            <a:ext cx="4347270" cy="1417538"/>
          </a:xfrm>
        </p:spPr>
        <p:txBody>
          <a:bodyPr/>
          <a:lstStyle>
            <a:lvl1pPr marL="0" indent="0">
              <a:buNone/>
              <a:defRPr sz="1323">
                <a:solidFill>
                  <a:schemeClr val="tx1"/>
                </a:solidFill>
              </a:defRPr>
            </a:lvl1pPr>
            <a:lvl2pPr marL="252009" indent="0">
              <a:buNone/>
              <a:defRPr sz="1102">
                <a:solidFill>
                  <a:schemeClr val="tx1">
                    <a:tint val="75000"/>
                  </a:schemeClr>
                </a:solidFill>
              </a:defRPr>
            </a:lvl2pPr>
            <a:lvl3pPr marL="504017" indent="0">
              <a:buNone/>
              <a:defRPr sz="992">
                <a:solidFill>
                  <a:schemeClr val="tx1">
                    <a:tint val="75000"/>
                  </a:schemeClr>
                </a:solidFill>
              </a:defRPr>
            </a:lvl3pPr>
            <a:lvl4pPr marL="756026" indent="0">
              <a:buNone/>
              <a:defRPr sz="882">
                <a:solidFill>
                  <a:schemeClr val="tx1">
                    <a:tint val="75000"/>
                  </a:schemeClr>
                </a:solidFill>
              </a:defRPr>
            </a:lvl4pPr>
            <a:lvl5pPr marL="1008035" indent="0">
              <a:buNone/>
              <a:defRPr sz="882">
                <a:solidFill>
                  <a:schemeClr val="tx1">
                    <a:tint val="75000"/>
                  </a:schemeClr>
                </a:solidFill>
              </a:defRPr>
            </a:lvl5pPr>
            <a:lvl6pPr marL="1260043" indent="0">
              <a:buNone/>
              <a:defRPr sz="882">
                <a:solidFill>
                  <a:schemeClr val="tx1">
                    <a:tint val="75000"/>
                  </a:schemeClr>
                </a:solidFill>
              </a:defRPr>
            </a:lvl6pPr>
            <a:lvl7pPr marL="1512052" indent="0">
              <a:buNone/>
              <a:defRPr sz="882">
                <a:solidFill>
                  <a:schemeClr val="tx1">
                    <a:tint val="75000"/>
                  </a:schemeClr>
                </a:solidFill>
              </a:defRPr>
            </a:lvl7pPr>
            <a:lvl8pPr marL="1764060" indent="0">
              <a:buNone/>
              <a:defRPr sz="882">
                <a:solidFill>
                  <a:schemeClr val="tx1">
                    <a:tint val="75000"/>
                  </a:schemeClr>
                </a:solidFill>
              </a:defRPr>
            </a:lvl8pPr>
            <a:lvl9pPr marL="2016069" indent="0">
              <a:buNone/>
              <a:defRPr sz="88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FB575-D6AB-47CF-9E00-E51589758BC6}" type="datetimeFigureOut">
              <a:rPr lang="en-GB" smtClean="0"/>
              <a:t>07/04/2022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A951A-223B-4CED-AB5E-3E3AD0DBC6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12761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6522" y="1725046"/>
            <a:ext cx="2142133" cy="411161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51658" y="1725046"/>
            <a:ext cx="2142133" cy="411161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FB575-D6AB-47CF-9E00-E51589758BC6}" type="datetimeFigureOut">
              <a:rPr lang="en-GB" smtClean="0"/>
              <a:t>07/04/2022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A951A-223B-4CED-AB5E-3E3AD0DBC6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93486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7178" y="345011"/>
            <a:ext cx="4347270" cy="125253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7179" y="1588543"/>
            <a:ext cx="2132288" cy="778521"/>
          </a:xfrm>
        </p:spPr>
        <p:txBody>
          <a:bodyPr anchor="b"/>
          <a:lstStyle>
            <a:lvl1pPr marL="0" indent="0">
              <a:buNone/>
              <a:defRPr sz="1323" b="1"/>
            </a:lvl1pPr>
            <a:lvl2pPr marL="252009" indent="0">
              <a:buNone/>
              <a:defRPr sz="1102" b="1"/>
            </a:lvl2pPr>
            <a:lvl3pPr marL="504017" indent="0">
              <a:buNone/>
              <a:defRPr sz="992" b="1"/>
            </a:lvl3pPr>
            <a:lvl4pPr marL="756026" indent="0">
              <a:buNone/>
              <a:defRPr sz="882" b="1"/>
            </a:lvl4pPr>
            <a:lvl5pPr marL="1008035" indent="0">
              <a:buNone/>
              <a:defRPr sz="882" b="1"/>
            </a:lvl5pPr>
            <a:lvl6pPr marL="1260043" indent="0">
              <a:buNone/>
              <a:defRPr sz="882" b="1"/>
            </a:lvl6pPr>
            <a:lvl7pPr marL="1512052" indent="0">
              <a:buNone/>
              <a:defRPr sz="882" b="1"/>
            </a:lvl7pPr>
            <a:lvl8pPr marL="1764060" indent="0">
              <a:buNone/>
              <a:defRPr sz="882" b="1"/>
            </a:lvl8pPr>
            <a:lvl9pPr marL="2016069" indent="0">
              <a:buNone/>
              <a:defRPr sz="882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79" y="2367064"/>
            <a:ext cx="2132288" cy="348159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551658" y="1588543"/>
            <a:ext cx="2142790" cy="778521"/>
          </a:xfrm>
        </p:spPr>
        <p:txBody>
          <a:bodyPr anchor="b"/>
          <a:lstStyle>
            <a:lvl1pPr marL="0" indent="0">
              <a:buNone/>
              <a:defRPr sz="1323" b="1"/>
            </a:lvl1pPr>
            <a:lvl2pPr marL="252009" indent="0">
              <a:buNone/>
              <a:defRPr sz="1102" b="1"/>
            </a:lvl2pPr>
            <a:lvl3pPr marL="504017" indent="0">
              <a:buNone/>
              <a:defRPr sz="992" b="1"/>
            </a:lvl3pPr>
            <a:lvl4pPr marL="756026" indent="0">
              <a:buNone/>
              <a:defRPr sz="882" b="1"/>
            </a:lvl4pPr>
            <a:lvl5pPr marL="1008035" indent="0">
              <a:buNone/>
              <a:defRPr sz="882" b="1"/>
            </a:lvl5pPr>
            <a:lvl6pPr marL="1260043" indent="0">
              <a:buNone/>
              <a:defRPr sz="882" b="1"/>
            </a:lvl6pPr>
            <a:lvl7pPr marL="1512052" indent="0">
              <a:buNone/>
              <a:defRPr sz="882" b="1"/>
            </a:lvl7pPr>
            <a:lvl8pPr marL="1764060" indent="0">
              <a:buNone/>
              <a:defRPr sz="882" b="1"/>
            </a:lvl8pPr>
            <a:lvl9pPr marL="2016069" indent="0">
              <a:buNone/>
              <a:defRPr sz="882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551658" y="2367064"/>
            <a:ext cx="2142790" cy="348159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FB575-D6AB-47CF-9E00-E51589758BC6}" type="datetimeFigureOut">
              <a:rPr lang="en-GB" smtClean="0"/>
              <a:t>07/04/2022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A951A-223B-4CED-AB5E-3E3AD0DBC6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4147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FB575-D6AB-47CF-9E00-E51589758BC6}" type="datetimeFigureOut">
              <a:rPr lang="en-GB" smtClean="0"/>
              <a:t>07/04/2022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A951A-223B-4CED-AB5E-3E3AD0DBC6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5831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FB575-D6AB-47CF-9E00-E51589758BC6}" type="datetimeFigureOut">
              <a:rPr lang="en-GB" smtClean="0"/>
              <a:t>07/04/2022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A951A-223B-4CED-AB5E-3E3AD0DBC6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87752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7178" y="432012"/>
            <a:ext cx="1625632" cy="1512041"/>
          </a:xfrm>
        </p:spPr>
        <p:txBody>
          <a:bodyPr anchor="b"/>
          <a:lstStyle>
            <a:lvl1pPr>
              <a:defRPr sz="176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790" y="933027"/>
            <a:ext cx="2551658" cy="4605124"/>
          </a:xfrm>
        </p:spPr>
        <p:txBody>
          <a:bodyPr/>
          <a:lstStyle>
            <a:lvl1pPr>
              <a:defRPr sz="1764"/>
            </a:lvl1pPr>
            <a:lvl2pPr>
              <a:defRPr sz="1543"/>
            </a:lvl2pPr>
            <a:lvl3pPr>
              <a:defRPr sz="1323"/>
            </a:lvl3pPr>
            <a:lvl4pPr>
              <a:defRPr sz="1102"/>
            </a:lvl4pPr>
            <a:lvl5pPr>
              <a:defRPr sz="1102"/>
            </a:lvl5pPr>
            <a:lvl6pPr>
              <a:defRPr sz="1102"/>
            </a:lvl6pPr>
            <a:lvl7pPr>
              <a:defRPr sz="1102"/>
            </a:lvl7pPr>
            <a:lvl8pPr>
              <a:defRPr sz="1102"/>
            </a:lvl8pPr>
            <a:lvl9pPr>
              <a:defRPr sz="1102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7178" y="1944052"/>
            <a:ext cx="1625632" cy="3601598"/>
          </a:xfrm>
        </p:spPr>
        <p:txBody>
          <a:bodyPr/>
          <a:lstStyle>
            <a:lvl1pPr marL="0" indent="0">
              <a:buNone/>
              <a:defRPr sz="882"/>
            </a:lvl1pPr>
            <a:lvl2pPr marL="252009" indent="0">
              <a:buNone/>
              <a:defRPr sz="772"/>
            </a:lvl2pPr>
            <a:lvl3pPr marL="504017" indent="0">
              <a:buNone/>
              <a:defRPr sz="661"/>
            </a:lvl3pPr>
            <a:lvl4pPr marL="756026" indent="0">
              <a:buNone/>
              <a:defRPr sz="551"/>
            </a:lvl4pPr>
            <a:lvl5pPr marL="1008035" indent="0">
              <a:buNone/>
              <a:defRPr sz="551"/>
            </a:lvl5pPr>
            <a:lvl6pPr marL="1260043" indent="0">
              <a:buNone/>
              <a:defRPr sz="551"/>
            </a:lvl6pPr>
            <a:lvl7pPr marL="1512052" indent="0">
              <a:buNone/>
              <a:defRPr sz="551"/>
            </a:lvl7pPr>
            <a:lvl8pPr marL="1764060" indent="0">
              <a:buNone/>
              <a:defRPr sz="551"/>
            </a:lvl8pPr>
            <a:lvl9pPr marL="2016069" indent="0">
              <a:buNone/>
              <a:defRPr sz="55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FB575-D6AB-47CF-9E00-E51589758BC6}" type="datetimeFigureOut">
              <a:rPr lang="en-GB" smtClean="0"/>
              <a:t>07/04/2022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A951A-223B-4CED-AB5E-3E3AD0DBC6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8678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7178" y="432012"/>
            <a:ext cx="1625632" cy="1512041"/>
          </a:xfrm>
        </p:spPr>
        <p:txBody>
          <a:bodyPr anchor="b"/>
          <a:lstStyle>
            <a:lvl1pPr>
              <a:defRPr sz="176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142790" y="933027"/>
            <a:ext cx="2551658" cy="4605124"/>
          </a:xfrm>
        </p:spPr>
        <p:txBody>
          <a:bodyPr anchor="t"/>
          <a:lstStyle>
            <a:lvl1pPr marL="0" indent="0">
              <a:buNone/>
              <a:defRPr sz="1764"/>
            </a:lvl1pPr>
            <a:lvl2pPr marL="252009" indent="0">
              <a:buNone/>
              <a:defRPr sz="1543"/>
            </a:lvl2pPr>
            <a:lvl3pPr marL="504017" indent="0">
              <a:buNone/>
              <a:defRPr sz="1323"/>
            </a:lvl3pPr>
            <a:lvl4pPr marL="756026" indent="0">
              <a:buNone/>
              <a:defRPr sz="1102"/>
            </a:lvl4pPr>
            <a:lvl5pPr marL="1008035" indent="0">
              <a:buNone/>
              <a:defRPr sz="1102"/>
            </a:lvl5pPr>
            <a:lvl6pPr marL="1260043" indent="0">
              <a:buNone/>
              <a:defRPr sz="1102"/>
            </a:lvl6pPr>
            <a:lvl7pPr marL="1512052" indent="0">
              <a:buNone/>
              <a:defRPr sz="1102"/>
            </a:lvl7pPr>
            <a:lvl8pPr marL="1764060" indent="0">
              <a:buNone/>
              <a:defRPr sz="1102"/>
            </a:lvl8pPr>
            <a:lvl9pPr marL="2016069" indent="0">
              <a:buNone/>
              <a:defRPr sz="110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7178" y="1944052"/>
            <a:ext cx="1625632" cy="3601598"/>
          </a:xfrm>
        </p:spPr>
        <p:txBody>
          <a:bodyPr/>
          <a:lstStyle>
            <a:lvl1pPr marL="0" indent="0">
              <a:buNone/>
              <a:defRPr sz="882"/>
            </a:lvl1pPr>
            <a:lvl2pPr marL="252009" indent="0">
              <a:buNone/>
              <a:defRPr sz="772"/>
            </a:lvl2pPr>
            <a:lvl3pPr marL="504017" indent="0">
              <a:buNone/>
              <a:defRPr sz="661"/>
            </a:lvl3pPr>
            <a:lvl4pPr marL="756026" indent="0">
              <a:buNone/>
              <a:defRPr sz="551"/>
            </a:lvl4pPr>
            <a:lvl5pPr marL="1008035" indent="0">
              <a:buNone/>
              <a:defRPr sz="551"/>
            </a:lvl5pPr>
            <a:lvl6pPr marL="1260043" indent="0">
              <a:buNone/>
              <a:defRPr sz="551"/>
            </a:lvl6pPr>
            <a:lvl7pPr marL="1512052" indent="0">
              <a:buNone/>
              <a:defRPr sz="551"/>
            </a:lvl7pPr>
            <a:lvl8pPr marL="1764060" indent="0">
              <a:buNone/>
              <a:defRPr sz="551"/>
            </a:lvl8pPr>
            <a:lvl9pPr marL="2016069" indent="0">
              <a:buNone/>
              <a:defRPr sz="55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FB575-D6AB-47CF-9E00-E51589758BC6}" type="datetimeFigureOut">
              <a:rPr lang="en-GB" smtClean="0"/>
              <a:t>07/04/2022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A951A-223B-4CED-AB5E-3E3AD0DBC6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10024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FB575-D6AB-47CF-9E00-E51589758BC6}" type="datetimeFigureOut">
              <a:rPr lang="en-GB" smtClean="0"/>
              <a:t>07/04/2022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A951A-223B-4CED-AB5E-3E3AD0DBC6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59542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606975" y="345009"/>
            <a:ext cx="1086817" cy="549164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6522" y="345009"/>
            <a:ext cx="3197449" cy="549164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FB575-D6AB-47CF-9E00-E51589758BC6}" type="datetimeFigureOut">
              <a:rPr lang="en-GB" smtClean="0"/>
              <a:t>07/04/2022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A951A-223B-4CED-AB5E-3E3AD0DBC6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9151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6522" y="345011"/>
            <a:ext cx="4347270" cy="12525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6522" y="1725046"/>
            <a:ext cx="4347270" cy="41116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6522" y="6006164"/>
            <a:ext cx="1134070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6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AFB575-D6AB-47CF-9E00-E51589758BC6}" type="datetimeFigureOut">
              <a:rPr lang="en-GB" smtClean="0"/>
              <a:t>07/04/2022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69604" y="6006164"/>
            <a:ext cx="1701106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6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559721" y="6006164"/>
            <a:ext cx="1134070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6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8A951A-223B-4CED-AB5E-3E3AD0DBC6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92254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504017" rtl="0" eaLnBrk="1" latinLnBrk="0" hangingPunct="1">
        <a:lnSpc>
          <a:spcPct val="90000"/>
        </a:lnSpc>
        <a:spcBef>
          <a:spcPct val="0"/>
        </a:spcBef>
        <a:buNone/>
        <a:defRPr sz="242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6004" indent="-126004" algn="l" defTabSz="504017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543" kern="1200">
          <a:solidFill>
            <a:schemeClr val="tx1"/>
          </a:solidFill>
          <a:latin typeface="+mn-lt"/>
          <a:ea typeface="+mn-ea"/>
          <a:cs typeface="+mn-cs"/>
        </a:defRPr>
      </a:lvl1pPr>
      <a:lvl2pPr marL="378013" indent="-126004" algn="l" defTabSz="504017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sz="1323" kern="1200">
          <a:solidFill>
            <a:schemeClr val="tx1"/>
          </a:solidFill>
          <a:latin typeface="+mn-lt"/>
          <a:ea typeface="+mn-ea"/>
          <a:cs typeface="+mn-cs"/>
        </a:defRPr>
      </a:lvl2pPr>
      <a:lvl3pPr marL="630022" indent="-126004" algn="l" defTabSz="504017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sz="1102" kern="1200">
          <a:solidFill>
            <a:schemeClr val="tx1"/>
          </a:solidFill>
          <a:latin typeface="+mn-lt"/>
          <a:ea typeface="+mn-ea"/>
          <a:cs typeface="+mn-cs"/>
        </a:defRPr>
      </a:lvl3pPr>
      <a:lvl4pPr marL="882030" indent="-126004" algn="l" defTabSz="504017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sz="992" kern="1200">
          <a:solidFill>
            <a:schemeClr val="tx1"/>
          </a:solidFill>
          <a:latin typeface="+mn-lt"/>
          <a:ea typeface="+mn-ea"/>
          <a:cs typeface="+mn-cs"/>
        </a:defRPr>
      </a:lvl4pPr>
      <a:lvl5pPr marL="1134039" indent="-126004" algn="l" defTabSz="504017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sz="992" kern="1200">
          <a:solidFill>
            <a:schemeClr val="tx1"/>
          </a:solidFill>
          <a:latin typeface="+mn-lt"/>
          <a:ea typeface="+mn-ea"/>
          <a:cs typeface="+mn-cs"/>
        </a:defRPr>
      </a:lvl5pPr>
      <a:lvl6pPr marL="1386048" indent="-126004" algn="l" defTabSz="504017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sz="992" kern="1200">
          <a:solidFill>
            <a:schemeClr val="tx1"/>
          </a:solidFill>
          <a:latin typeface="+mn-lt"/>
          <a:ea typeface="+mn-ea"/>
          <a:cs typeface="+mn-cs"/>
        </a:defRPr>
      </a:lvl6pPr>
      <a:lvl7pPr marL="1638056" indent="-126004" algn="l" defTabSz="504017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sz="992" kern="1200">
          <a:solidFill>
            <a:schemeClr val="tx1"/>
          </a:solidFill>
          <a:latin typeface="+mn-lt"/>
          <a:ea typeface="+mn-ea"/>
          <a:cs typeface="+mn-cs"/>
        </a:defRPr>
      </a:lvl7pPr>
      <a:lvl8pPr marL="1890065" indent="-126004" algn="l" defTabSz="504017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sz="992" kern="1200">
          <a:solidFill>
            <a:schemeClr val="tx1"/>
          </a:solidFill>
          <a:latin typeface="+mn-lt"/>
          <a:ea typeface="+mn-ea"/>
          <a:cs typeface="+mn-cs"/>
        </a:defRPr>
      </a:lvl8pPr>
      <a:lvl9pPr marL="2142073" indent="-126004" algn="l" defTabSz="504017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sz="99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1pPr>
      <a:lvl2pPr marL="252009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2pPr>
      <a:lvl3pPr marL="504017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3pPr>
      <a:lvl4pPr marL="756026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4pPr>
      <a:lvl5pPr marL="1008035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5pPr>
      <a:lvl6pPr marL="1260043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6pPr>
      <a:lvl7pPr marL="1512052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7pPr>
      <a:lvl8pPr marL="1764060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8pPr>
      <a:lvl9pPr marL="2016069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gi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7BBA1383-B1D4-43EE-BE21-2E1ECE97C521}"/>
              </a:ext>
            </a:extLst>
          </p:cNvPr>
          <p:cNvGrpSpPr/>
          <p:nvPr/>
        </p:nvGrpSpPr>
        <p:grpSpPr>
          <a:xfrm>
            <a:off x="289228" y="284614"/>
            <a:ext cx="4273102" cy="3527767"/>
            <a:chOff x="170695" y="250747"/>
            <a:chExt cx="4273102" cy="3527767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85760" y="2106283"/>
              <a:ext cx="2258037" cy="1672231"/>
            </a:xfrm>
            <a:prstGeom prst="rect">
              <a:avLst/>
            </a:prstGeom>
          </p:spPr>
        </p:pic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6516" y="2494298"/>
              <a:ext cx="1604054" cy="768787"/>
            </a:xfrm>
            <a:prstGeom prst="rect">
              <a:avLst/>
            </a:prstGeom>
          </p:spPr>
        </p:pic>
        <p:grpSp>
          <p:nvGrpSpPr>
            <p:cNvPr id="9" name="Group 8"/>
            <p:cNvGrpSpPr/>
            <p:nvPr/>
          </p:nvGrpSpPr>
          <p:grpSpPr>
            <a:xfrm>
              <a:off x="257515" y="605946"/>
              <a:ext cx="2002799" cy="1408974"/>
              <a:chOff x="686712" y="1517950"/>
              <a:chExt cx="2293013" cy="1736679"/>
            </a:xfrm>
          </p:grpSpPr>
          <p:grpSp>
            <p:nvGrpSpPr>
              <p:cNvPr id="10" name="Group 9"/>
              <p:cNvGrpSpPr/>
              <p:nvPr/>
            </p:nvGrpSpPr>
            <p:grpSpPr>
              <a:xfrm>
                <a:off x="686712" y="1585968"/>
                <a:ext cx="2293013" cy="1668661"/>
                <a:chOff x="762397" y="1692517"/>
                <a:chExt cx="2293013" cy="1668661"/>
              </a:xfrm>
            </p:grpSpPr>
            <p:pic>
              <p:nvPicPr>
                <p:cNvPr id="12" name="Picture 2" descr="Figure"/>
                <p:cNvPicPr>
                  <a:picLocks noChangeAspect="1" noChangeArrowheads="1"/>
                </p:cNvPicPr>
                <p:nvPr/>
              </p:nvPicPr>
              <p:blipFill rotWithShape="1"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b="63694"/>
                <a:stretch/>
              </p:blipFill>
              <p:spPr bwMode="auto">
                <a:xfrm>
                  <a:off x="936964" y="1692517"/>
                  <a:ext cx="2118446" cy="1272339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13" name="Rectangle 12"/>
                <p:cNvSpPr/>
                <p:nvPr/>
              </p:nvSpPr>
              <p:spPr>
                <a:xfrm>
                  <a:off x="762397" y="3012044"/>
                  <a:ext cx="349134" cy="349134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113" u="sng"/>
                </a:p>
              </p:txBody>
            </p:sp>
          </p:grpSp>
          <p:sp>
            <p:nvSpPr>
              <p:cNvPr id="11" name="Rectangle 10"/>
              <p:cNvSpPr/>
              <p:nvPr/>
            </p:nvSpPr>
            <p:spPr>
              <a:xfrm>
                <a:off x="720360" y="1517950"/>
                <a:ext cx="349134" cy="34913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113" u="sng"/>
              </a:p>
            </p:txBody>
          </p:sp>
        </p:grpSp>
        <p:sp>
          <p:nvSpPr>
            <p:cNvPr id="18" name="TextBox 17"/>
            <p:cNvSpPr txBox="1"/>
            <p:nvPr/>
          </p:nvSpPr>
          <p:spPr>
            <a:xfrm>
              <a:off x="174755" y="250747"/>
              <a:ext cx="34336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a)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70695" y="2164579"/>
              <a:ext cx="35298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b)</a:t>
              </a:r>
            </a:p>
          </p:txBody>
        </p:sp>
        <p:grpSp>
          <p:nvGrpSpPr>
            <p:cNvPr id="23" name="Group 22"/>
            <p:cNvGrpSpPr/>
            <p:nvPr/>
          </p:nvGrpSpPr>
          <p:grpSpPr>
            <a:xfrm>
              <a:off x="2203279" y="250747"/>
              <a:ext cx="2140609" cy="2276553"/>
              <a:chOff x="762397" y="2973941"/>
              <a:chExt cx="2380979" cy="2726110"/>
            </a:xfrm>
          </p:grpSpPr>
          <p:pic>
            <p:nvPicPr>
              <p:cNvPr id="25" name="Picture 2" descr="Figure"/>
              <p:cNvPicPr>
                <a:picLocks noChangeAspect="1" noChangeArrowheads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-1" t="36565" r="-4152" b="-14354"/>
              <a:stretch/>
            </p:blipFill>
            <p:spPr bwMode="auto">
              <a:xfrm>
                <a:off x="936964" y="2973941"/>
                <a:ext cx="2206412" cy="272611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6" name="Rectangle 25"/>
              <p:cNvSpPr/>
              <p:nvPr/>
            </p:nvSpPr>
            <p:spPr>
              <a:xfrm>
                <a:off x="762397" y="3012044"/>
                <a:ext cx="349134" cy="34913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113" u="sng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651413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391264" y="193639"/>
            <a:ext cx="3934784" cy="1633459"/>
            <a:chOff x="8348257" y="1485049"/>
            <a:chExt cx="3284297" cy="1467834"/>
          </a:xfrm>
        </p:grpSpPr>
        <p:pic>
          <p:nvPicPr>
            <p:cNvPr id="14" name="Picture 1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522824" y="1599319"/>
              <a:ext cx="3109730" cy="1353564"/>
            </a:xfrm>
            <a:prstGeom prst="rect">
              <a:avLst/>
            </a:prstGeom>
          </p:spPr>
        </p:pic>
        <p:sp>
          <p:nvSpPr>
            <p:cNvPr id="15" name="Rectangle 14"/>
            <p:cNvSpPr/>
            <p:nvPr/>
          </p:nvSpPr>
          <p:spPr>
            <a:xfrm>
              <a:off x="8348257" y="1485049"/>
              <a:ext cx="349134" cy="34913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113"/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51487" y="1855250"/>
            <a:ext cx="2554446" cy="1821713"/>
            <a:chOff x="8553637" y="3094023"/>
            <a:chExt cx="2873537" cy="2206212"/>
          </a:xfrm>
        </p:grpSpPr>
        <p:pic>
          <p:nvPicPr>
            <p:cNvPr id="16" name="Picture 1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728204" y="3094023"/>
              <a:ext cx="2698970" cy="2206212"/>
            </a:xfrm>
            <a:prstGeom prst="rect">
              <a:avLst/>
            </a:prstGeom>
          </p:spPr>
        </p:pic>
        <p:sp>
          <p:nvSpPr>
            <p:cNvPr id="17" name="Rectangle 16"/>
            <p:cNvSpPr/>
            <p:nvPr/>
          </p:nvSpPr>
          <p:spPr>
            <a:xfrm>
              <a:off x="8553637" y="3094023"/>
              <a:ext cx="349134" cy="34913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113" u="sng"/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9739" y="1887444"/>
            <a:ext cx="2128784" cy="1806470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3503637" y="3004683"/>
            <a:ext cx="80988" cy="1534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60000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5189" y="320573"/>
            <a:ext cx="1849934" cy="1533626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3503637" y="3004683"/>
            <a:ext cx="80988" cy="1534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37" name="Group 36"/>
          <p:cNvGrpSpPr/>
          <p:nvPr/>
        </p:nvGrpSpPr>
        <p:grpSpPr>
          <a:xfrm>
            <a:off x="524911" y="1943110"/>
            <a:ext cx="3839146" cy="1985423"/>
            <a:chOff x="2791022" y="6252699"/>
            <a:chExt cx="4066226" cy="2102856"/>
          </a:xfrm>
        </p:grpSpPr>
        <p:pic>
          <p:nvPicPr>
            <p:cNvPr id="32" name="Picture 3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791022" y="6295135"/>
              <a:ext cx="2028148" cy="2060420"/>
            </a:xfrm>
            <a:prstGeom prst="rect">
              <a:avLst/>
            </a:prstGeom>
          </p:spPr>
        </p:pic>
        <p:pic>
          <p:nvPicPr>
            <p:cNvPr id="33" name="Picture 3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819170" y="6295135"/>
              <a:ext cx="2038078" cy="2060420"/>
            </a:xfrm>
            <a:prstGeom prst="rect">
              <a:avLst/>
            </a:prstGeom>
          </p:spPr>
        </p:pic>
        <p:sp>
          <p:nvSpPr>
            <p:cNvPr id="35" name="Rectangle 34"/>
            <p:cNvSpPr/>
            <p:nvPr/>
          </p:nvSpPr>
          <p:spPr>
            <a:xfrm>
              <a:off x="2851776" y="6252699"/>
              <a:ext cx="122082" cy="23123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4825197" y="6295135"/>
              <a:ext cx="122082" cy="23123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33168590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54</TotalTime>
  <Words>4</Words>
  <Application>Microsoft Office PowerPoint</Application>
  <PresentationFormat>Custom</PresentationFormat>
  <Paragraphs>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CMU Serif</vt:lpstr>
      <vt:lpstr>Office Theme</vt:lpstr>
      <vt:lpstr>PowerPoint Presentation</vt:lpstr>
      <vt:lpstr>PowerPoint Presentation</vt:lpstr>
      <vt:lpstr>PowerPoint Presentation</vt:lpstr>
    </vt:vector>
  </TitlesOfParts>
  <Company>Department of Materials, University of Oxford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Alessandro Lodi</dc:creator>
  <cp:lastModifiedBy>Alessandro Lodi</cp:lastModifiedBy>
  <cp:revision>9</cp:revision>
  <dcterms:created xsi:type="dcterms:W3CDTF">2022-03-17T15:26:27Z</dcterms:created>
  <dcterms:modified xsi:type="dcterms:W3CDTF">2022-04-07T13:57:58Z</dcterms:modified>
</cp:coreProperties>
</file>